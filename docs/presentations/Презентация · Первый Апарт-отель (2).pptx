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75888" cy="34290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19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Каждое утро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358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сводка со «светофором» в мессенджер Max: статус номеров, брони, цены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70832" y="2286000"/>
            <a:ext cx="3675888" cy="34290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2697480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19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Каждую неделю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90872" y="3703320"/>
            <a:ext cx="30358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Развёрнутый отчёт на email: загрузка, ADR, RevPAR, каналы, повторные гости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38744" y="2286000"/>
            <a:ext cx="3675888" cy="34290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75904" y="2697480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19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любой момент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558784" y="3703320"/>
            <a:ext cx="30358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с ИИ-аналитикой: выводы и рекомендации на основе данных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50208" y="3246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376672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0872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3246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53144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67344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менять привычную работу не нужно.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даёт понятный вывод и конкретную рекомендацию.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недели заполняемость в пт-сб ниже будней, а цена держится на прежнем уровне.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617720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091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100" kern="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
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Снизить тариф пт-сб на 8–10%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Акция «2+1»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286000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67588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675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2428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242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8097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8097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37667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3766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+2–4%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152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и загрузке = рост выручки за сезон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· меньше упущенной выручки · больше контроля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Прогноз доходности наперёд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считает, что будет с загрузкой в ближайшие недели, и подсказывает цену заранее — до того, как загрузка провалится.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7208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28016" cy="361188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ПРОГНОЗА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Через 10 дней загрузка на выходные снизится до 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14 дней вперёд с учётом сезонности, цен конкурентов и городских событий.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526280"/>
            <a:ext cx="6263640" cy="123444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63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100" kern="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Снизить тариф пт-сб заранее — до провала загрузки, а не после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3886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УЧИТЫВАЕТ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Историю бронирований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09560" y="399592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995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09560" y="47457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7457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Городские события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09560" y="54955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54955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 и тренды рынка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не пропустит всплеск спроса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сам отслеживает события в Томске и заранее предупреждает, если ожидается наплыв гостей.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0020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собирает информацию о концертах, форумах и крупных мероприятиях города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50208" y="3246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416552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376672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влияния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0872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категорию события и насколько вырастет спрос на размещение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26680" y="3246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8193024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53144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в прогнозе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67344" y="3429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корректирует прогноз загрузки и цену на даты мероприятия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узнаёте о всплеске спроса заранее — и успеете поднять цену вовремя.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Личный ИИ-помощник в Max для команды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владелец — вся команда получает доступ к данным и может действовать прямо в мессенджере.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Меню в 1 клик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вместо команд: метрики, события города, список рекомендаций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70832" y="23774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Действие сразу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645152" y="3611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«Принять» — рекомендация выполняется прямо в переписке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38744" y="23774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Всегда на связи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513064" y="3611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24/7, без необходимости открывать личный кабинет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для всей команды, а не только для владельца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развёрнута и работает на реальных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модули запущены и работают на реальных данных — ниже что готово, что настроено и что осталось.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128016" cy="1143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и работает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0" y="233172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системы, ИИ-аналитика, прогноз доходности, события города, помощник для персонала, конкуренты и тренды — TravelLine подключён, данные реальные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520440"/>
            <a:ext cx="128016" cy="1143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почта для отчётов, мессенджер Max, ИИ (YandexGPT)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800600"/>
            <a:ext cx="128016" cy="1143000"/>
          </a:xfrm>
          <a:prstGeom prst="rect">
            <a:avLst/>
          </a:prstGeom>
          <a:solidFill>
            <a:srgbClr val="A9824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92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шаг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97680" y="489204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период на реальных данных и переход в боевой режим рассылки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в разработке: автоматизация почты и мессенджеров, анализ отзывов о своём объекте и конкурентах.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К ЗАПУСКУ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Переходим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боевой режим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данные уже реальные — TravelLine подключён и работает. Проведём контрольный период и включим автоматическую рассылку для вашего апарт-отеля.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2026-07-22T07:57:40Z</dcterms:created>
  <dcterms:modified xsi:type="dcterms:W3CDTF">2026-07-22T07:57:40Z</dcterms:modified>
</cp:coreProperties>
</file>