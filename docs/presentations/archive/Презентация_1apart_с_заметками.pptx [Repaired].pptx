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85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Здравствуйте! Рад показать вам систему, которую мы создали специально для «Первого Апарт-отеля». Это ваш личный помощник, который каждый день собирает данные, считает показатели и подсказывает, что делать. Давайте я покажу, как это облегчит вашу работу.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честно: управление «на глаз» отнимает и время, и деньги. Каждый день — час-два на сведение таблиц. Цены и загрузка меняются, а решения приходят с опозданием. Данные разбросаны по разным местам, и общей картины нет. Знакомо, правда?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 вот что мы сделали — сервис, который работает за вас. Каждое утро короткая сводка со «светофором» приходит прямо в мессенджер. Каждую неделю — подробный отчёт на почту. А в любой момент открываете личный кабинет с ИИ-аналитикой. Всё само, без ручной работы.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Работает всё просто и понятно. Сначала система берёт данные из ваших источников — таблиц, сайта, TravelLine. Потом считает загрузку, доход, каналы продаж и добавляет ИИ-анализ. И в конце присылает готовый результат — в мессенджер, на почту и в ленту аналитики. Менять привычную работу не нужно.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 вот самое интересное — искусственный интеллект вместо таблиц. Он читает ваши данные и рынок и говорит по-человечески. Например: «Загрузка на выходные проседает на 18 процентов». И сразу совет — снизить тариф или запустить акцию. Никаких формул — понятный вывод и конкретное действие.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 это даёт вам? Десять-пятнадцать минут вместо двух часов каждый день. Плюс два-четыре процента к выручке за счёт своевременных решений. И вся доходность — на одном экране. Меньше рутины, меньше упущенной прибыли, больше контроля.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Хорошая новость — система уже готова и работает. Ядро, аналитика, конкуренты и тренды — всё запущено на сервере. Почта, мессенджер и ИИ настроены. Остался один финальный шаг — подключить TravelLine и сделать тестовый прогон пару недель перед боевым запуском.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почти у цели — осталось подключить и запустить. Я готов показать вам живую систему и настроить всё под ваш отель. Звоните или пишите — и уже совсем скоро вы получите первую утреннюю сводку. Спасибо за внимание!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07006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64206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Система автоматической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отчётности и ИИ-аналитики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484446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ED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сбор данных, ежедневные сводки и умные рекомендации для управления доходностью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6105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B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заказчика · Июль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МЫ НАЧИНАЛИ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Управление «на глаз» отнимает время и деньги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57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Рутина каждый день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663440" y="2057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часа на ручное сведение таблиц по загрузке, ценам и броням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108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200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с опозданием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63440" y="3200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и загрузка меняются ежедневно, а реакция — постфактум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251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343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разрознены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63440" y="4343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Google-таблицы, TravelLine, сайт — всё в разных местах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5394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486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полной картины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63440" y="5486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 сравнить себя с рынком и понять, где теряется выручка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СДЕЛАЛИ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Сервис, который работает за вас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Автономная система собирает данные из ваших источников, считает показатели и присылает готовые сводки — без ручной работы.</a:t>
            </a:r>
            <a:endParaRPr lang="en-US" sz="2400" dirty="0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83C26825-D776-DCB4-630B-CE3597C8D047}"/>
              </a:ext>
            </a:extLst>
          </p:cNvPr>
          <p:cNvGrpSpPr/>
          <p:nvPr/>
        </p:nvGrpSpPr>
        <p:grpSpPr>
          <a:xfrm>
            <a:off x="502920" y="2665379"/>
            <a:ext cx="11411712" cy="3438728"/>
            <a:chOff x="502920" y="2286000"/>
            <a:chExt cx="11411712" cy="3438728"/>
          </a:xfrm>
        </p:grpSpPr>
        <p:sp>
          <p:nvSpPr>
            <p:cNvPr id="5" name="Shape 3"/>
            <p:cNvSpPr/>
            <p:nvPr/>
          </p:nvSpPr>
          <p:spPr>
            <a:xfrm>
              <a:off x="502920" y="2286000"/>
              <a:ext cx="3675888" cy="3429000"/>
            </a:xfrm>
            <a:prstGeom prst="rect">
              <a:avLst/>
            </a:prstGeom>
            <a:solidFill>
              <a:srgbClr val="121212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640080" y="2697480"/>
              <a:ext cx="3401568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600" b="1" dirty="0">
                  <a:solidFill>
                    <a:srgbClr val="C19B6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Каждое утро</a:t>
              </a:r>
              <a:endParaRPr lang="en-US" sz="2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822960" y="3703320"/>
              <a:ext cx="3035808" cy="1737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800" dirty="0">
                  <a:solidFill>
                    <a:srgbClr val="F0EA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Короткая сводка со «светофором» в мессенджер Max: статус номеров, брони, цены</a:t>
              </a:r>
              <a:endParaRPr lang="en-US" sz="18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4370832" y="2295728"/>
              <a:ext cx="3675888" cy="3429000"/>
            </a:xfrm>
            <a:prstGeom prst="rect">
              <a:avLst/>
            </a:prstGeom>
            <a:solidFill>
              <a:srgbClr val="121212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4507992" y="2697480"/>
              <a:ext cx="3401568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600" b="1" dirty="0">
                  <a:solidFill>
                    <a:srgbClr val="C19B6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Каждую неделю</a:t>
              </a:r>
              <a:endParaRPr lang="en-US" sz="2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690872" y="3703320"/>
              <a:ext cx="3035808" cy="1737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800" dirty="0">
                  <a:solidFill>
                    <a:srgbClr val="F0EA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Развёрнутый отчёт на email: загрузка, ADR, RevPAR, каналы, повторные гости</a:t>
              </a:r>
              <a:endParaRPr lang="en-US" sz="18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238744" y="2286000"/>
              <a:ext cx="3675888" cy="3429000"/>
            </a:xfrm>
            <a:prstGeom prst="rect">
              <a:avLst/>
            </a:prstGeom>
            <a:solidFill>
              <a:srgbClr val="121212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8375904" y="2697480"/>
              <a:ext cx="3401568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600" b="1" dirty="0">
                  <a:solidFill>
                    <a:srgbClr val="C19B6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В любой момент</a:t>
              </a:r>
              <a:endParaRPr lang="en-US" sz="2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8558784" y="3703320"/>
              <a:ext cx="3035808" cy="1737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800" dirty="0">
                  <a:solidFill>
                    <a:srgbClr val="F0EA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Личный кабинет с ИИ-аналитикой: выводы и рекомендации на основе данных</a:t>
              </a:r>
              <a:endParaRPr lang="en-US" sz="180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УСТРОЕНО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Данные превращаются в решения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74715"/>
            <a:ext cx="3383280" cy="2825885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82303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00200" y="2382303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205263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Google-таблицы, сайт 1apart.ru, TravelLine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950208" y="3022383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416552" y="1974715"/>
            <a:ext cx="3383280" cy="2825885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2382303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376672" y="2382303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90872" y="3205263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загрузки, ADR, RevPAR, каналов + ИИ-анализ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726680" y="3022383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8193024" y="1974715"/>
            <a:ext cx="3383280" cy="2825885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67344" y="2382303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153144" y="2382303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Доставка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67344" y="3205263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в Max, отчёт на email, лента аналитики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" y="545235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работает по расписанию и автономно — </a:t>
            </a:r>
            <a:endParaRPr lang="ru-RU" sz="2400" b="1" dirty="0">
              <a:solidFill>
                <a:srgbClr val="3B170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2400" b="1" dirty="0" err="1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менять</a:t>
            </a: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привычную работу не нужно.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ВОЗМОЖНОСТЬ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ИИ-аналитика вместо таблиц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читает ваши данные и данные рынка и </a:t>
            </a:r>
            <a:endParaRPr lang="ru-RU" sz="2400" dirty="0">
              <a:solidFill>
                <a:srgbClr val="1B1B1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24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</a:t>
            </a: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понятный вывод и конкретную рекомендацию.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2402735"/>
            <a:ext cx="6720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02735"/>
            <a:ext cx="128016" cy="3657600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39895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КАРТОЧКИ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05655"/>
            <a:ext cx="6263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B17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Загрузка на выходные проседает на 18%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820055"/>
            <a:ext cx="6263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2 недели заполняемость в пт-сб ниже будней, а цена держится на прежнем уровне.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4734455"/>
            <a:ext cx="6263640" cy="1188720"/>
          </a:xfrm>
          <a:prstGeom prst="rect">
            <a:avLst/>
          </a:prstGeom>
          <a:solidFill>
            <a:srgbClr val="F5EBD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825895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kern="0" spc="100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
</a:t>
            </a:r>
            <a:r>
              <a:rPr lang="en-US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Снизить тариф пт-сб на 8–10%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Акция «2+1» на выходные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35240" y="2402735"/>
            <a:ext cx="3886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2585615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ОТСЛЕЖИВАЕТ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09560" y="3225695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5320" y="3225695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Загрузку и доход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909560" y="3792623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5320" y="3792623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и прямые брони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09560" y="4359551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75320" y="4359551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конкурентов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909560" y="4926479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75320" y="4926479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Тренды рынка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909560" y="5493407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75320" y="5493407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Повторных гостей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ВАША ВЫГОДА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это даёт бизнесу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3675888" cy="2926080"/>
          </a:xfrm>
          <a:prstGeom prst="rect">
            <a:avLst/>
          </a:prstGeom>
          <a:solidFill>
            <a:srgbClr val="1E1E1E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10–15 мин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3520440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1–2 часов на мониторинг каждый день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370832" y="2148840"/>
            <a:ext cx="3675888" cy="2926080"/>
          </a:xfrm>
          <a:prstGeom prst="rect">
            <a:avLst/>
          </a:prstGeom>
          <a:solidFill>
            <a:srgbClr val="1E1E1E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+2–4%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45152" y="3520440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среднему чеку и загрузке = рост выручки за сезон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238744" y="2148840"/>
            <a:ext cx="3675888" cy="2926080"/>
          </a:xfrm>
          <a:prstGeom prst="rect">
            <a:avLst/>
          </a:prstGeom>
          <a:solidFill>
            <a:srgbClr val="1E1E1E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7344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экран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513064" y="3520440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доходность и рекомендации в одном месте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рутины · меньше упущенной выручки · больше контроля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МЫ СЕЙЧАС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Система разработана и запущена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128016" cy="13258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 и работает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297680" y="2103120"/>
            <a:ext cx="7040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системы, админка, ИИ-аналитика, конкуренты и тренды, сбор данных, деплой на сервере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10881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429000"/>
            <a:ext cx="128016" cy="13258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5661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Настроено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97680" y="3566160"/>
            <a:ext cx="7040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Google-таблицы, почта для отчётов, мессенджер Max, ИИ (YandexGPT)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10881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892040"/>
            <a:ext cx="128016" cy="1325880"/>
          </a:xfrm>
          <a:prstGeom prst="rect">
            <a:avLst/>
          </a:prstGeom>
          <a:solidFill>
            <a:srgbClr val="A9824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02920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шаг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297680" y="5029200"/>
            <a:ext cx="7040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TravelLine и тестовый прогон 1–2 недели перед боевым режимом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72767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ЗАПУСКАТЬ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567127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Осталось подключить</a:t>
            </a:r>
            <a:endParaRPr lang="en-US" sz="5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 запустить в работу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3761687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ED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Покажем живую систему, настроим последний источник данных и запустим ежедневные сводки для вашего апарт-отеля.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5224727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DCB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Сергей Богдановский · разработка и внедрение
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+7 909 195-04-08  ·  bogdanchik2@yandex.ru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859</Words>
  <Application>Microsoft Office PowerPoint</Application>
  <PresentationFormat>Широкоэкранный</PresentationFormat>
  <Paragraphs>99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Сергей</cp:lastModifiedBy>
  <cp:revision>3</cp:revision>
  <dcterms:created xsi:type="dcterms:W3CDTF">2026-07-15T18:26:20Z</dcterms:created>
  <dcterms:modified xsi:type="dcterms:W3CDTF">2026-07-15T19:19:33Z</dcterms:modified>
</cp:coreProperties>
</file>