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24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3C26825-D776-DCB4-630B-CE3597C8D047}"/>
              </a:ext>
            </a:extLst>
          </p:cNvPr>
          <p:cNvGrpSpPr/>
          <p:nvPr/>
        </p:nvGrpSpPr>
        <p:grpSpPr>
          <a:xfrm>
            <a:off x="502920" y="2665379"/>
            <a:ext cx="11411712" cy="3438728"/>
            <a:chOff x="502920" y="2286000"/>
            <a:chExt cx="11411712" cy="3438728"/>
          </a:xfrm>
        </p:grpSpPr>
        <p:sp>
          <p:nvSpPr>
            <p:cNvPr id="5" name="Shape 3"/>
            <p:cNvSpPr/>
            <p:nvPr/>
          </p:nvSpPr>
          <p:spPr>
            <a:xfrm>
              <a:off x="502920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40080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Каждое утро</a:t>
              </a:r>
              <a:endParaRPr lang="en-US" sz="2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Короткая сводка со «светофором» в мессенджер Max: статус номеров, брони, цены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370832" y="2295728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07992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Каждую неделю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Развёрнутый отчёт на email: загрузка, ADR, RevPAR, каналы, повторные гости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38744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375904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В любой момент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58784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Личный кабинет с ИИ-аналитикой: выводы и рекомендации на основе данных</a:t>
              </a:r>
              <a:endParaRPr lang="en-US" sz="1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50208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376672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53144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452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</a:t>
            </a:r>
            <a:endParaRPr lang="ru-RU" sz="2400" b="1" dirty="0">
              <a:solidFill>
                <a:srgbClr val="3B17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</a:t>
            </a: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привычную работу не нужно.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</a:t>
            </a:r>
            <a:endParaRPr lang="ru-RU" sz="2400" dirty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понятный вывод и конкретную рекомендацию.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02735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02735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9895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056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200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недели заполняемость в пт-сб ниже будней, а цена держится на прежнем уровне.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734455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25895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
</a:t>
            </a: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Снизить тариф пт-сб на 8–10%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Акция «2+1»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02735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58561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2569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256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792623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79262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359551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35955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926479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9264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493407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49340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+2–4%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152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и загрузке = рост выручки за сезон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· меньше упущенной выручки · больше контроля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разработана и запущена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и работает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системы, админка, ИИ-аналитика, конкуренты и тренды, сбор данных, деплой на сервере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2900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66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Настроено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почта для отчётов, мессенджер Max, ИИ (YandexGPT)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128016" cy="1325880"/>
          </a:xfrm>
          <a:prstGeom prst="rect">
            <a:avLst/>
          </a:prstGeom>
          <a:solidFill>
            <a:srgbClr val="A98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29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шаг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502920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TravelLine и тестовый прогон 1–2 недели перед боевым режимом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7276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ЗАПУСКАТЬ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67127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Осталось подключить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запустить в работу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761687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живую систему, настроим последний источник данных и запустим ежедневные сводки для вашего апарт-отеля.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224727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489</Words>
  <Application>Microsoft Office PowerPoint</Application>
  <PresentationFormat>Широкоэкранный</PresentationFormat>
  <Paragraphs>99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2</cp:revision>
  <dcterms:created xsi:type="dcterms:W3CDTF">2026-07-15T18:26:20Z</dcterms:created>
  <dcterms:modified xsi:type="dcterms:W3CDTF">2026-07-15T19:01:55Z</dcterms:modified>
</cp:coreProperties>
</file>